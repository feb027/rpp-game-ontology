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6355080"/>
            <a:ext cx="1143000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6419088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RPP • Game Recommendation Ontology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686800" y="6419088"/>
            <a:ext cx="27432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Febnawan Fatur Rochman</a:t>
            </a:r>
            <a:endParaRPr lang="en-US" sz="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412480" y="-731520"/>
            <a:ext cx="3840480" cy="3840480"/>
          </a:xfrm>
          <a:prstGeom prst="arc">
            <a:avLst/>
          </a:prstGeom>
          <a:noFill/>
          <a:ln w="38100">
            <a:solidFill>
              <a:srgbClr val="02C39A">
                <a:alpha val="8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-914400" y="4297680"/>
            <a:ext cx="2743200" cy="2743200"/>
          </a:xfrm>
          <a:prstGeom prst="arc">
            <a:avLst/>
          </a:prstGeom>
          <a:noFill/>
          <a:ln w="25400">
            <a:solidFill>
              <a:srgbClr val="CADCFC">
                <a:alpha val="7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0058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2C39A"/>
                </a:solidFill>
              </a:rPr>
              <a:t>Study Case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85800" y="1463040"/>
            <a:ext cx="1033272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Sistem Rekomendasi Game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Berdasarkan Preferensi dan Mood</a:t>
            </a:r>
            <a:endParaRPr lang="en-US" sz="3100" dirty="0"/>
          </a:p>
          <a:p>
            <a:pPr indent="0" marL="0">
              <a:buNone/>
            </a:pPr>
            <a:r>
              <a:rPr lang="en-US" sz="3100" b="1" dirty="0">
                <a:solidFill>
                  <a:srgbClr val="FFFFFF"/>
                </a:solidFill>
              </a:rPr>
              <a:t>Menggunakan Ontologi</a:t>
            </a:r>
            <a:endParaRPr lang="en-US" sz="3100" dirty="0"/>
          </a:p>
        </p:txBody>
      </p:sp>
      <p:sp>
        <p:nvSpPr>
          <p:cNvPr id="6" name="Text 4"/>
          <p:cNvSpPr/>
          <p:nvPr/>
        </p:nvSpPr>
        <p:spPr>
          <a:xfrm>
            <a:off x="731520" y="3703320"/>
            <a:ext cx="7315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</a:rPr>
              <a:t>Representasi Pengetahuan dan Penalaran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731520" y="4572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</a:rPr>
              <a:t>Febnawan Fatur Rochman • NPM 237006029 • Informatika A FT UNSIL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731520" y="51663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39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Protégé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331720" y="51663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331720" y="5239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OWL/RDF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3931920" y="5166360"/>
            <a:ext cx="1417320" cy="384048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0" y="5239512"/>
            <a:ext cx="1417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Methontology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Agenda Tugas Besar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Poin a–f diterjemahkan menjadi slide, ontology, aplikasi, dan video tutorial.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Unduh &amp; instalasi tools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8912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b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7200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Lingkungan kerja Protégé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138160" y="14173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321040" y="15819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c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321040" y="19202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Persoalan kasus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40080" y="32461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3410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2296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Solusi ontologi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4389120" y="32461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0" y="3410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e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57200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Penerapan di tools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8138160" y="3246120"/>
            <a:ext cx="3246120" cy="1143000"/>
          </a:xfrm>
          <a:prstGeom prst="roundRect">
            <a:avLst>
              <a:gd name="adj" fmla="val 6400"/>
            </a:avLst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0" y="3410712"/>
            <a:ext cx="2880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Poin f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321040" y="3749040"/>
            <a:ext cx="28803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Demo aplikasi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a. Cara Unduh dan Instalasi Tools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Tool utama adalah Protégé Desktop untuk membangun ontology OWL.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Download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29260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Buka protege.stanford.edu/software lalu pilih Download for Desktop. Versi desktop mendukung OWL 2 dan reasoner.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34340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2628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Install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526280" y="1828800"/>
            <a:ext cx="29260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Pilih installer sesuai OS. Paket platform-specific lebih mudah karena biasanya sudah menyertakan kebutuhan runtime.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092440" y="1325880"/>
            <a:ext cx="3291840" cy="347472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275320" y="1490472"/>
            <a:ext cx="29260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Jalankan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75320" y="1828800"/>
            <a:ext cx="292608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Buka Protégé, buat ontology baru, simpan sebagai .owl, lalu aktifkan reasoner seperti HermiT.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94360" y="5303520"/>
            <a:ext cx="10789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475569"/>
                </a:solidFill>
              </a:rPr>
              <a:t>Sumber: Protégé Stanford Software &amp; Protégé 5 Documentation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b. Pengenalan Lingkungan Kerja Protégé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Entities tab menjadi area utama untuk membangun kelas, properti, dan individu.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99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Active Ontology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Metadata, imports, annotations, dan metrics ontology.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399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Classes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2044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Konsep domain: Game, Mood, Genre, Platform.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2648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09360" y="1399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Properties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0936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Relasi: hasGenre, availableOn, suitableForMood.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15400" y="1234440"/>
            <a:ext cx="256032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098280" y="13990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Individuals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098280" y="1737360"/>
            <a:ext cx="219456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Instance nyata: StardewValley, Valorant, Santai.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874520" y="3063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5740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Reasoner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05740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HermiT/Pellet mengecek konsistensi dan menghasilkan inferred knowledge.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6629400" y="3063240"/>
            <a:ext cx="356616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812280" y="3227832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DL Query / Search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812280" y="3566160"/>
            <a:ext cx="3200400" cy="6400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Menguji ontology melalui query dan pencarian entity.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c. Deskripsi Persoalan Kasus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Pengguna sering bingung memilih game karena mood dan preferensi berubah-ubah.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25880"/>
            <a:ext cx="5486400" cy="338328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Pilihan game sangat banyak dan tersebar di berbagai platform.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Rekomendasi umum sering tidak mempertimbangkan mood pengguna.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Preferensi seperti genre, mode, durasi, dan difficulty mempengaruhi kecocokan game.</a:t>
            </a:r>
            <a:endParaRPr lang="en-US" sz="1400" dirty="0"/>
          </a:p>
          <a:p>
            <a:pPr marL="152400" indent="-152400">
              <a:buSzPct val="100000"/>
              <a:buChar char="•"/>
            </a:pPr>
            <a:r>
              <a:rPr lang="en-US" sz="1400" dirty="0">
                <a:solidFill>
                  <a:srgbClr val="0F172A"/>
                </a:solidFill>
              </a:rPr>
              <a:t>Diperlukan sistem berbasis pengetahuan yang bisa menjelaskan alasan rekomendasi.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583680" y="1417320"/>
            <a:ext cx="4297680" cy="3063240"/>
          </a:xfrm>
          <a:prstGeom prst="roundRect">
            <a:avLst>
              <a:gd name="adj" fmla="val 2388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766560" y="1581912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Contoh situasi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766560" y="1920240"/>
            <a:ext cx="3931920" cy="2468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User sedang stres, hanya ingin bermain santai, punya PC, menyukai game casual/simulation, dan tidak ingin game yang terlalu sulit.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d. Deskripsi Solusi Penyelesaian Kasus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Solusi: ontology + rule-based reasoning yang transparan.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Representasi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737360"/>
            <a:ext cx="237744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Mood, genre, platform, mode, difficulty, duration, dan game dimodelkan sebagai kelas/individu.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703320" y="12344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8620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Relasi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886200" y="1737360"/>
            <a:ext cx="237744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Object properties menghubungkan game dengan genre, mood, platform, dan preferensi.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0" y="1234440"/>
            <a:ext cx="2743200" cy="347472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04088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Reasoning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040880" y="1737360"/>
            <a:ext cx="2377440" cy="2880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Sistem memberi skor kecocokan dan menampilkan alasan rekomendasi.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606040"/>
            <a:ext cx="411480" cy="32004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46520" y="2606040"/>
            <a:ext cx="411480" cy="320040"/>
          </a:xfrm>
          <a:prstGeom prst="rightArrow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Kerangka Methontology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Tahapan pengembangan ontology dibuat eksplisit agar sesuai instruksi tugas.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490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1. Specification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Tujuan &amp; scope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83280" y="1325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66160" y="1490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2. Knowledge Acquisition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56616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Sumber pengetahuan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172200" y="1325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55080" y="1490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3. Conceptualization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35508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Kelas/relasi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961120" y="132588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0" y="149047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4. Formalization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9144000" y="182880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Model formal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94360" y="30175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724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5. Implementation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77724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Protégé/OWL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83280" y="30175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56616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6. Evaluation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56616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Uji hasil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172200" y="3017520"/>
            <a:ext cx="233172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55080" y="318211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7. Documentation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355080" y="3520440"/>
            <a:ext cx="1965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Slide/video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e. Penerapan Kasus: Struktur Ontologi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Kelas utama dan relasi yang dibuat pada Protégé.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657600" cy="393192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Kelas utama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329184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PlayMode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Difficulty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PlayerPreference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Recommendation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572000" y="1234440"/>
            <a:ext cx="6126480" cy="3931920"/>
          </a:xfrm>
          <a:prstGeom prst="roundRect">
            <a:avLst>
              <a:gd name="adj" fmla="val 186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754880" y="1399032"/>
            <a:ext cx="5760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Object properties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54880" y="1737360"/>
            <a:ext cx="5760720" cy="3337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hasGenre: Game → Genre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availableOn: Game → 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hasPlayMode: Game → PlayMode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hasDifficulty: Game → Difficulty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hasDuration: Game → Duration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suitableForMood: Game → Mood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matchesPreference: Game → PlayerPreference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Contoh Individu dan Aturan Rekomendasi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Knowledge base berisi contoh game dan alasan kecocokan.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4300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307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Stardew Valley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31520" y="1645920"/>
            <a:ext cx="23774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Genre: Simulation, Casual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Mood: Santai, Stres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Platform: PC, Console, Mobile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Difficulty: Mudah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566160" y="114300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0" y="130759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Valorant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749040" y="1645920"/>
            <a:ext cx="23774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Genre: FPS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Mood: Kompetitif, Sosial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Platform: PC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Mode: Multiplayer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Difficulty: Sulit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583680" y="1143000"/>
            <a:ext cx="4206240" cy="3566160"/>
          </a:xfrm>
          <a:prstGeom prst="roundRect">
            <a:avLst>
              <a:gd name="adj" fmla="val 2051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0" y="13075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Contoh rule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766560" y="1645920"/>
            <a:ext cx="384048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Jika mood = Stres, prioritaskan game yang mudah, santai, dan single-player.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Jika mood = Kompetitif, prioritaskan multiplayer dan difficulty sedang/sulit.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f. Demo Aplikasi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Aplikasi Streamlit menerima input dan menghasilkan rekomendasi beserta alasan.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77240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Input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777240" y="1737360"/>
            <a:ext cx="28346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Genre favorit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Platform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Mode bermain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Durasi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Difficulty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4434840" y="1234440"/>
            <a:ext cx="3200400" cy="356616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617720" y="1399032"/>
            <a:ext cx="2834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Reasoning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617720" y="1737360"/>
            <a:ext cx="28346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Sistem memberi skor pada game yang cocok dengan mood dan preferensi.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8275320" y="1234440"/>
            <a:ext cx="2743200" cy="356616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458200" y="13990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Output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458200" y="1737360"/>
            <a:ext cx="2377440" cy="29718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Daftar game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Skor kecocokan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Alasan rekomendasi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85800" y="51663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7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Command: streamlit run app/main.py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3200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</a:rPr>
              <a:t>Skenario Demo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21208" y="822960"/>
            <a:ext cx="10515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75569"/>
                </a:solidFill>
              </a:rPr>
              <a:t>Contoh input dan output yang akan ditunjukkan pada video tutorial.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85800" y="123444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1399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Input user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68680" y="1737360"/>
            <a:ext cx="4297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Mood: Stres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Genre: Casual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Platform: PC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Mode: SinglePlayer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Durasi: Sedang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Difficulty: Mudah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5852160" y="1234440"/>
            <a:ext cx="4663440" cy="3291840"/>
          </a:xfrm>
          <a:prstGeom prst="roundRect">
            <a:avLst>
              <a:gd name="adj" fmla="val 2222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035040" y="1399032"/>
            <a:ext cx="4297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</a:rPr>
              <a:t>Output rekomendasi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035040" y="1737360"/>
            <a:ext cx="4297680" cy="2697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Stardew Valley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Alasan: cocok untuk mood stres, genre casual, tersedia di PC, mendukung single-player, dan difficulty mudah.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475720" y="641908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200">
                <a:solidFill>
                  <a:srgbClr val="64748B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822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Kesimpulan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68680" y="1828800"/>
            <a:ext cx="8778240" cy="25603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Ontologi membuat pengetahuan rekomendasi game lebih terstruktur.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Protégé digunakan untuk memodelkan kelas, properti, dan individu.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Methontology memberi tahapan sistematis dari specification sampai documentation.</a:t>
            </a:r>
            <a:endParaRPr lang="en-US" sz="1500" dirty="0"/>
          </a:p>
          <a:p>
            <a:pPr marL="152400" indent="-152400">
              <a:buSzPct val="100000"/>
              <a:buChar char="•"/>
            </a:pPr>
            <a:r>
              <a:rPr lang="en-US" sz="1500" dirty="0">
                <a:solidFill>
                  <a:srgbClr val="0F172A"/>
                </a:solidFill>
              </a:rPr>
              <a:t>Demo aplikasi menunjukkan rekomendasi yang dapat dijelaskan.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868680" y="5120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02C39A"/>
                </a:solidFill>
              </a:rPr>
              <a:t>Terima kasih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FT UNSIL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Sistem Rekomendasi Game Berdasarkan Preferensi dan Mood Menggunakan Ontologi</dc:title>
  <dc:subject>Representasi Pengetahuan dan Penalaran</dc:subject>
  <dc:creator>Febnawan Fatur Rochman</dc:creator>
  <cp:lastModifiedBy>Febnawan Fatur Rochman</cp:lastModifiedBy>
  <cp:revision>1</cp:revision>
  <dcterms:created xsi:type="dcterms:W3CDTF">2026-05-05T05:39:04Z</dcterms:created>
  <dcterms:modified xsi:type="dcterms:W3CDTF">2026-05-05T05:39:04Z</dcterms:modified>
</cp:coreProperties>
</file>